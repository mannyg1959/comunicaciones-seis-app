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7EDA"/>
    <a:srgbClr val="080D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152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0931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41847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0689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89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7093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028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578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3777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6180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1972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8249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342C-D80E-4531-96C4-311B0EB5391E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099C-8FBE-4298-99C2-44119FEDCDF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7868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8000">
              <a:srgbClr val="080D21"/>
            </a:gs>
            <a:gs pos="100000">
              <a:srgbClr val="687EDA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bright="48000" contras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966" y="2924944"/>
            <a:ext cx="2016224" cy="70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188" b="95624" l="0" r="99187">
                        <a14:foregroundMark x1="2033" y1="85558" x2="66125" y2="80088"/>
                        <a14:foregroundMark x1="66125" y1="80088" x2="93225" y2="84026"/>
                        <a14:foregroundMark x1="2846" y1="86214" x2="93902" y2="85339"/>
                        <a14:foregroundMark x1="97832" y1="7440" x2="94715" y2="84464"/>
                        <a14:foregroundMark x1="27507" y1="89278" x2="67073" y2="805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105" y="2506789"/>
            <a:ext cx="3057306" cy="1893235"/>
          </a:xfrm>
          <a:prstGeom prst="rect">
            <a:avLst/>
          </a:prstGeom>
          <a:noFill/>
          <a:ln>
            <a:noFill/>
          </a:ln>
          <a:effectLst>
            <a:outerShdw blurRad="203200" dist="266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104966" y="3500971"/>
            <a:ext cx="44485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smtClean="0">
                <a:solidFill>
                  <a:schemeClr val="bg1">
                    <a:lumMod val="95000"/>
                  </a:schemeClr>
                </a:solidFill>
              </a:rPr>
              <a:t>Control, visibilidad y eficiencia operativa unificados en una sola plataforma.</a:t>
            </a:r>
            <a:endParaRPr lang="es-VE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225" y="3237329"/>
            <a:ext cx="936104" cy="75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20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42665"/>
            <a:ext cx="7985216" cy="2349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263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12</Words>
  <Application>Microsoft Office PowerPoint</Application>
  <PresentationFormat>Presentación en pantalla 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Gomez</dc:creator>
  <cp:lastModifiedBy>Manuel Gomez</cp:lastModifiedBy>
  <cp:revision>3</cp:revision>
  <dcterms:created xsi:type="dcterms:W3CDTF">2026-08-01T16:35:45Z</dcterms:created>
  <dcterms:modified xsi:type="dcterms:W3CDTF">2026-08-01T23:21:49Z</dcterms:modified>
</cp:coreProperties>
</file>