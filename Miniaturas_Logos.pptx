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s-V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7EDA"/>
    <a:srgbClr val="080D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-1152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20931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41847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206894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897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270938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0288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75783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37779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261800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19729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78249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F5342C-D80E-4531-96C4-311B0EB5391E}" type="datetimeFigureOut">
              <a:rPr lang="es-VE" smtClean="0"/>
              <a:t>2/8/2026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099C-8FBE-4298-99C2-44119FEDCDF2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578681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8000">
              <a:srgbClr val="080D21"/>
            </a:gs>
            <a:gs pos="100000">
              <a:srgbClr val="687EDA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74" b="89516" l="0" r="98257">
                        <a14:foregroundMark x1="25674" y1="35484" x2="25674" y2="35484"/>
                        <a14:foregroundMark x1="25040" y1="61290" x2="25040" y2="61290"/>
                        <a14:foregroundMark x1="36609" y1="44355" x2="36609" y2="44355"/>
                        <a14:foregroundMark x1="46751" y1="45161" x2="46751" y2="45161"/>
                        <a14:foregroundMark x1="48494" y1="48387" x2="48494" y2="48387"/>
                        <a14:foregroundMark x1="52456" y1="46371" x2="52456" y2="46371"/>
                        <a14:foregroundMark x1="54517" y1="63306" x2="54517" y2="63306"/>
                        <a14:foregroundMark x1="56260" y1="59274" x2="58954" y2="40726"/>
                        <a14:foregroundMark x1="59905" y1="48790" x2="62282" y2="65726"/>
                        <a14:foregroundMark x1="68780" y1="31452" x2="69731" y2="66532"/>
                        <a14:foregroundMark x1="69731" y1="64516" x2="68938" y2="65726"/>
                        <a14:foregroundMark x1="74802" y1="44758" x2="74802" y2="44758"/>
                        <a14:foregroundMark x1="88431" y1="42742" x2="88431" y2="42742"/>
                      </a14:backgroundRemoval>
                    </a14:imgEffect>
                    <a14:imgEffect>
                      <a14:sharpenSoften amount="33000"/>
                    </a14:imgEffect>
                    <a14:imgEffect>
                      <a14:brightnessContrast bright="48000" contrast="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966" y="2924944"/>
            <a:ext cx="2016224" cy="700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188" b="95624" l="0" r="99187">
                        <a14:foregroundMark x1="2033" y1="85558" x2="66125" y2="80088"/>
                        <a14:foregroundMark x1="66125" y1="80088" x2="93225" y2="84026"/>
                        <a14:foregroundMark x1="2846" y1="86214" x2="93902" y2="85339"/>
                        <a14:foregroundMark x1="97832" y1="7440" x2="94715" y2="84464"/>
                        <a14:foregroundMark x1="27507" y1="89278" x2="67073" y2="8052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105" y="2506789"/>
            <a:ext cx="3057306" cy="1893235"/>
          </a:xfrm>
          <a:prstGeom prst="rect">
            <a:avLst/>
          </a:prstGeom>
          <a:noFill/>
          <a:ln>
            <a:noFill/>
          </a:ln>
          <a:effectLst>
            <a:outerShdw blurRad="203200" dist="2667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6 Rectángulo"/>
          <p:cNvSpPr/>
          <p:nvPr/>
        </p:nvSpPr>
        <p:spPr>
          <a:xfrm>
            <a:off x="2104966" y="3500971"/>
            <a:ext cx="444853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 smtClean="0">
                <a:solidFill>
                  <a:schemeClr val="bg1">
                    <a:lumMod val="95000"/>
                  </a:schemeClr>
                </a:solidFill>
              </a:rPr>
              <a:t>Control, visibilidad y eficiencia operativa unificados en una sola plataforma.</a:t>
            </a:r>
            <a:endParaRPr lang="es-VE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225" y="3237329"/>
            <a:ext cx="936104" cy="7508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26207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542665"/>
            <a:ext cx="7985216" cy="2349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226376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393157" y="764704"/>
            <a:ext cx="4466875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b="1" dirty="0" smtClean="0"/>
              <a:t>TTP </a:t>
            </a:r>
            <a:r>
              <a:rPr lang="es-ES" sz="1400" b="1" dirty="0"/>
              <a:t>(Tiempo Total </a:t>
            </a:r>
            <a:r>
              <a:rPr lang="es-ES" sz="1400" b="1"/>
              <a:t>en </a:t>
            </a:r>
            <a:r>
              <a:rPr lang="es-ES" sz="1400" b="1" smtClean="0"/>
              <a:t>Producción):</a:t>
            </a:r>
            <a:endParaRPr lang="es-ES" sz="1400" b="1" dirty="0"/>
          </a:p>
          <a:p>
            <a:r>
              <a:rPr lang="es-ES" sz="1400" dirty="0"/>
              <a:t>Ideal si tu sistema mide el reloj corrido desde que la orden de producción entra a esa fase hasta que sale</a:t>
            </a:r>
            <a:r>
              <a:rPr lang="es-ES" sz="1400" dirty="0" smtClean="0"/>
              <a:t>.</a:t>
            </a:r>
          </a:p>
          <a:p>
            <a:endParaRPr lang="es-ES" sz="1400" dirty="0"/>
          </a:p>
          <a:p>
            <a:r>
              <a:rPr lang="es-ES" sz="1400" b="1" dirty="0" smtClean="0"/>
              <a:t>Tiempo </a:t>
            </a:r>
            <a:r>
              <a:rPr lang="es-ES" sz="1400" b="1" dirty="0"/>
              <a:t>de Ciclo por Etapa (TCE):</a:t>
            </a:r>
          </a:p>
          <a:p>
            <a:r>
              <a:rPr lang="es-ES" sz="1400" dirty="0"/>
              <a:t>Es el tiempo total transcurrido en la etapa. Sirve para calcular el rendimiento global de la línea</a:t>
            </a:r>
            <a:r>
              <a:rPr lang="es-ES" sz="1400" dirty="0" smtClean="0"/>
              <a:t>.</a:t>
            </a:r>
          </a:p>
          <a:p>
            <a:endParaRPr lang="es-ES" sz="1400" dirty="0"/>
          </a:p>
          <a:p>
            <a:r>
              <a:rPr lang="es-ES" sz="1400" b="1" dirty="0" smtClean="0"/>
              <a:t>TCE </a:t>
            </a:r>
            <a:r>
              <a:rPr lang="es-ES" sz="1400" b="1" dirty="0"/>
              <a:t>= Hora de Salida de la Etapa - Hora de Entrada a la </a:t>
            </a:r>
            <a:r>
              <a:rPr lang="es-ES" sz="1400" b="1" dirty="0" smtClean="0"/>
              <a:t>Etapa</a:t>
            </a:r>
          </a:p>
          <a:p>
            <a:endParaRPr lang="es-ES" sz="1400" b="1" dirty="0"/>
          </a:p>
          <a:p>
            <a:r>
              <a:rPr lang="es-VE" sz="1400" b="1" dirty="0" smtClean="0"/>
              <a:t>DRE </a:t>
            </a:r>
            <a:r>
              <a:rPr lang="es-VE" sz="1400" b="1" dirty="0"/>
              <a:t>(Días Restantes para Entrega):</a:t>
            </a:r>
          </a:p>
          <a:p>
            <a:r>
              <a:rPr lang="es-ES" sz="1400" dirty="0"/>
              <a:t>Es el más directo y fácil de entender para cualquier operador o supervisor en planta.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7518" y="1016552"/>
            <a:ext cx="3934962" cy="2117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4293096"/>
            <a:ext cx="5951537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80898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692696"/>
            <a:ext cx="5951537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621892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5479</TotalTime>
  <Words>106</Words>
  <Application>Microsoft Office PowerPoint</Application>
  <PresentationFormat>Presentación en pantalla (4:3)</PresentationFormat>
  <Paragraphs>11</Paragraphs>
  <Slides>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5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Manuel Gomez</dc:creator>
  <cp:lastModifiedBy>Manuel Gomez</cp:lastModifiedBy>
  <cp:revision>5</cp:revision>
  <dcterms:created xsi:type="dcterms:W3CDTF">2026-08-01T16:35:45Z</dcterms:created>
  <dcterms:modified xsi:type="dcterms:W3CDTF">2026-08-06T10:27:08Z</dcterms:modified>
</cp:coreProperties>
</file>