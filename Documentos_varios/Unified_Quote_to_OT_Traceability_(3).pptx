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4" d="100"/>
          <a:sy n="54" d="100"/>
        </p:scale>
        <p:origin x="-490" y="-8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7/31/2026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5" Type="http://schemas.openxmlformats.org/officeDocument/2006/relationships/image" Target="../media/image8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5" Type="http://schemas.microsoft.com/office/2007/relationships/hdphoto" Target="../media/hdphoto1.wdp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2 Grupo"/>
          <p:cNvGrpSpPr/>
          <p:nvPr/>
        </p:nvGrpSpPr>
        <p:grpSpPr>
          <a:xfrm>
            <a:off x="0" y="-11723"/>
            <a:ext cx="16256000" cy="9220200"/>
            <a:chOff x="0" y="0"/>
            <a:chExt cx="16256000" cy="92202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16256000" cy="9220200"/>
            </a:xfrm>
            <a:prstGeom prst="rect">
              <a:avLst/>
            </a:prstGeom>
          </p:spPr>
        </p:pic>
        <p:pic>
          <p:nvPicPr>
            <p:cNvPr id="1027" name="Picture 3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6601" y="8153400"/>
              <a:ext cx="5181600" cy="381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028" name="Picture 4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833600" y="8899783"/>
              <a:ext cx="1295400" cy="229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8" name="7 Grupo"/>
          <p:cNvGrpSpPr/>
          <p:nvPr/>
        </p:nvGrpSpPr>
        <p:grpSpPr>
          <a:xfrm>
            <a:off x="11099012" y="440323"/>
            <a:ext cx="4608571" cy="1726268"/>
            <a:chOff x="11099012" y="440323"/>
            <a:chExt cx="4608571" cy="1726268"/>
          </a:xfrm>
        </p:grpSpPr>
        <p:sp>
          <p:nvSpPr>
            <p:cNvPr id="7" name="6 CuadroTexto"/>
            <p:cNvSpPr txBox="1"/>
            <p:nvPr/>
          </p:nvSpPr>
          <p:spPr>
            <a:xfrm>
              <a:off x="11099012" y="1716415"/>
              <a:ext cx="3962399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s-VE" sz="1600" b="1" dirty="0" smtClean="0">
                  <a:solidFill>
                    <a:schemeClr val="bg1"/>
                  </a:solidFill>
                  <a:latin typeface="Segoe UI Variable Text Semibold" pitchFamily="2" charset="0"/>
                </a:rPr>
                <a:t>Trazabilidad y </a:t>
              </a:r>
              <a:r>
                <a:rPr lang="es-VE" sz="1600" dirty="0" smtClean="0">
                  <a:solidFill>
                    <a:schemeClr val="bg1"/>
                  </a:solidFill>
                  <a:latin typeface="Segoe UI Variable Text Semibold" pitchFamily="2" charset="0"/>
                </a:rPr>
                <a:t>Gestión</a:t>
              </a:r>
              <a:r>
                <a:rPr lang="es-VE" sz="1600" b="1" dirty="0" smtClean="0">
                  <a:solidFill>
                    <a:schemeClr val="bg1"/>
                  </a:solidFill>
                  <a:latin typeface="Segoe UI Variable Text Semibold" pitchFamily="2" charset="0"/>
                </a:rPr>
                <a:t> de Pedidos</a:t>
              </a:r>
              <a:endParaRPr lang="es-VE" sz="1600" b="1" dirty="0">
                <a:solidFill>
                  <a:schemeClr val="bg1"/>
                </a:solidFill>
                <a:latin typeface="Segoe UI Variable Text Semibold" pitchFamily="2" charset="0"/>
              </a:endParaRPr>
            </a:p>
          </p:txBody>
        </p:sp>
        <p:pic>
          <p:nvPicPr>
            <p:cNvPr id="11" name="Picture 4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274" b="89516" l="0" r="98257">
                          <a14:foregroundMark x1="25674" y1="35484" x2="25674" y2="35484"/>
                          <a14:foregroundMark x1="25040" y1="61290" x2="25040" y2="61290"/>
                          <a14:foregroundMark x1="36609" y1="44355" x2="36609" y2="44355"/>
                          <a14:foregroundMark x1="46751" y1="45161" x2="46751" y2="45161"/>
                          <a14:foregroundMark x1="48494" y1="48387" x2="48494" y2="48387"/>
                          <a14:foregroundMark x1="52456" y1="46371" x2="52456" y2="46371"/>
                          <a14:foregroundMark x1="54517" y1="63306" x2="54517" y2="63306"/>
                          <a14:foregroundMark x1="56260" y1="59274" x2="58954" y2="40726"/>
                          <a14:foregroundMark x1="59905" y1="48790" x2="62282" y2="65726"/>
                          <a14:foregroundMark x1="68780" y1="31452" x2="69731" y2="66532"/>
                          <a14:foregroundMark x1="69731" y1="64516" x2="68938" y2="65726"/>
                          <a14:foregroundMark x1="74802" y1="44758" x2="74802" y2="44758"/>
                          <a14:foregroundMark x1="88431" y1="42742" x2="88431" y2="42742"/>
                        </a14:backgroundRemoval>
                      </a14:imgEffect>
                      <a14:imgEffect>
                        <a14:sharpenSoften amount="33000"/>
                      </a14:imgEffect>
                      <a14:imgEffect>
                        <a14:brightnessContrast bright="48000" contrast="7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1313940" y="440323"/>
              <a:ext cx="4393643" cy="172626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0159" y="6470002"/>
            <a:ext cx="2311074" cy="1928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9799" y="8741971"/>
            <a:ext cx="1227137" cy="32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274" b="89516" l="0" r="98257">
                        <a14:foregroundMark x1="25674" y1="35484" x2="25674" y2="35484"/>
                        <a14:foregroundMark x1="25040" y1="61290" x2="25040" y2="61290"/>
                        <a14:foregroundMark x1="36609" y1="44355" x2="36609" y2="44355"/>
                        <a14:foregroundMark x1="46751" y1="45161" x2="46751" y2="45161"/>
                        <a14:foregroundMark x1="48494" y1="48387" x2="48494" y2="48387"/>
                        <a14:foregroundMark x1="52456" y1="46371" x2="52456" y2="46371"/>
                        <a14:foregroundMark x1="54517" y1="63306" x2="54517" y2="63306"/>
                        <a14:foregroundMark x1="56260" y1="59274" x2="58954" y2="40726"/>
                        <a14:foregroundMark x1="59905" y1="48790" x2="62282" y2="65726"/>
                        <a14:foregroundMark x1="68780" y1="31452" x2="69731" y2="66532"/>
                        <a14:foregroundMark x1="69731" y1="64516" x2="68938" y2="65726"/>
                        <a14:foregroundMark x1="74802" y1="44758" x2="74802" y2="44758"/>
                        <a14:foregroundMark x1="88431" y1="42742" x2="88431" y2="42742"/>
                      </a14:backgroundRemoval>
                    </a14:imgEffect>
                    <a14:imgEffect>
                      <a14:sharpenSoften amount="33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8600" y="381000"/>
            <a:ext cx="2743200" cy="990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9274" b="89516" l="0" r="98257">
                        <a14:foregroundMark x1="25674" y1="35484" x2="25674" y2="35484"/>
                        <a14:foregroundMark x1="25040" y1="61290" x2="25040" y2="61290"/>
                        <a14:foregroundMark x1="36609" y1="44355" x2="36609" y2="44355"/>
                        <a14:foregroundMark x1="46751" y1="45161" x2="46751" y2="45161"/>
                        <a14:foregroundMark x1="48494" y1="48387" x2="48494" y2="48387"/>
                        <a14:foregroundMark x1="52456" y1="46371" x2="52456" y2="46371"/>
                        <a14:foregroundMark x1="54517" y1="63306" x2="54517" y2="63306"/>
                        <a14:foregroundMark x1="56260" y1="59274" x2="58954" y2="40726"/>
                        <a14:foregroundMark x1="59905" y1="48790" x2="62282" y2="65726"/>
                        <a14:foregroundMark x1="68780" y1="31452" x2="69731" y2="66532"/>
                        <a14:foregroundMark x1="69731" y1="64516" x2="68938" y2="65726"/>
                        <a14:foregroundMark x1="74802" y1="44758" x2="74802" y2="44758"/>
                        <a14:foregroundMark x1="88431" y1="42742" x2="88431" y2="42742"/>
                      </a14:backgroundRemoval>
                    </a14:imgEffect>
                    <a14:imgEffect>
                      <a14:sharpenSoften amount="33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8600" y="381000"/>
            <a:ext cx="2743200" cy="990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9799" y="8741971"/>
            <a:ext cx="1227137" cy="32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76200" y="914400"/>
            <a:ext cx="2747167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274" b="89516" l="0" r="98257">
                        <a14:foregroundMark x1="25674" y1="35484" x2="25674" y2="35484"/>
                        <a14:foregroundMark x1="25040" y1="61290" x2="25040" y2="61290"/>
                        <a14:foregroundMark x1="36609" y1="44355" x2="36609" y2="44355"/>
                        <a14:foregroundMark x1="46751" y1="45161" x2="46751" y2="45161"/>
                        <a14:foregroundMark x1="48494" y1="48387" x2="48494" y2="48387"/>
                        <a14:foregroundMark x1="52456" y1="46371" x2="52456" y2="46371"/>
                        <a14:foregroundMark x1="54517" y1="63306" x2="54517" y2="63306"/>
                        <a14:foregroundMark x1="56260" y1="59274" x2="58954" y2="40726"/>
                        <a14:foregroundMark x1="59905" y1="48790" x2="62282" y2="65726"/>
                        <a14:foregroundMark x1="68780" y1="31452" x2="69731" y2="66532"/>
                        <a14:foregroundMark x1="69731" y1="64516" x2="68938" y2="65726"/>
                        <a14:foregroundMark x1="74802" y1="44758" x2="74802" y2="44758"/>
                        <a14:foregroundMark x1="88431" y1="42742" x2="88431" y2="42742"/>
                      </a14:backgroundRemoval>
                    </a14:imgEffect>
                    <a14:imgEffect>
                      <a14:sharpenSoften amount="33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8600" y="381000"/>
            <a:ext cx="2743200" cy="990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9799" y="8741971"/>
            <a:ext cx="1227137" cy="32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685800"/>
            <a:ext cx="2747167" cy="990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274" b="89516" l="0" r="98257">
                        <a14:foregroundMark x1="25674" y1="35484" x2="25674" y2="35484"/>
                        <a14:foregroundMark x1="25040" y1="61290" x2="25040" y2="61290"/>
                        <a14:foregroundMark x1="36609" y1="44355" x2="36609" y2="44355"/>
                        <a14:foregroundMark x1="46751" y1="45161" x2="46751" y2="45161"/>
                        <a14:foregroundMark x1="48494" y1="48387" x2="48494" y2="48387"/>
                        <a14:foregroundMark x1="52456" y1="46371" x2="52456" y2="46371"/>
                        <a14:foregroundMark x1="54517" y1="63306" x2="54517" y2="63306"/>
                        <a14:foregroundMark x1="56260" y1="59274" x2="58954" y2="40726"/>
                        <a14:foregroundMark x1="59905" y1="48790" x2="62282" y2="65726"/>
                        <a14:foregroundMark x1="68780" y1="31452" x2="69731" y2="66532"/>
                        <a14:foregroundMark x1="69731" y1="64516" x2="68938" y2="65726"/>
                        <a14:foregroundMark x1="74802" y1="44758" x2="74802" y2="44758"/>
                        <a14:foregroundMark x1="88431" y1="42742" x2="88431" y2="42742"/>
                      </a14:backgroundRemoval>
                    </a14:imgEffect>
                    <a14:imgEffect>
                      <a14:sharpenSoften amount="33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8600" y="381000"/>
            <a:ext cx="2743200" cy="990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9799" y="8741971"/>
            <a:ext cx="1227137" cy="32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4416" y="876301"/>
            <a:ext cx="2747167" cy="838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274" b="89516" l="0" r="98257">
                        <a14:foregroundMark x1="25674" y1="35484" x2="25674" y2="35484"/>
                        <a14:foregroundMark x1="25040" y1="61290" x2="25040" y2="61290"/>
                        <a14:foregroundMark x1="36609" y1="44355" x2="36609" y2="44355"/>
                        <a14:foregroundMark x1="46751" y1="45161" x2="46751" y2="45161"/>
                        <a14:foregroundMark x1="48494" y1="48387" x2="48494" y2="48387"/>
                        <a14:foregroundMark x1="52456" y1="46371" x2="52456" y2="46371"/>
                        <a14:foregroundMark x1="54517" y1="63306" x2="54517" y2="63306"/>
                        <a14:foregroundMark x1="56260" y1="59274" x2="58954" y2="40726"/>
                        <a14:foregroundMark x1="59905" y1="48790" x2="62282" y2="65726"/>
                        <a14:foregroundMark x1="68780" y1="31452" x2="69731" y2="66532"/>
                        <a14:foregroundMark x1="69731" y1="64516" x2="68938" y2="65726"/>
                        <a14:foregroundMark x1="74802" y1="44758" x2="74802" y2="44758"/>
                        <a14:foregroundMark x1="88431" y1="42742" x2="88431" y2="42742"/>
                      </a14:backgroundRemoval>
                    </a14:imgEffect>
                    <a14:imgEffect>
                      <a14:sharpenSoften amount="33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8600" y="381000"/>
            <a:ext cx="2743200" cy="990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4 Grupo"/>
          <p:cNvGrpSpPr/>
          <p:nvPr/>
        </p:nvGrpSpPr>
        <p:grpSpPr>
          <a:xfrm>
            <a:off x="-3175" y="-152399"/>
            <a:ext cx="16259175" cy="9296400"/>
            <a:chOff x="-3175" y="-152399"/>
            <a:chExt cx="16259175" cy="9296400"/>
          </a:xfrm>
        </p:grpSpPr>
        <p:pic>
          <p:nvPicPr>
            <p:cNvPr id="4098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3175" y="-152399"/>
              <a:ext cx="16259175" cy="9296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6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09799" y="8741971"/>
              <a:ext cx="1227137" cy="327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274" b="89516" l="0" r="98257">
                        <a14:foregroundMark x1="25674" y1="35484" x2="25674" y2="35484"/>
                        <a14:foregroundMark x1="25040" y1="61290" x2="25040" y2="61290"/>
                        <a14:foregroundMark x1="36609" y1="44355" x2="36609" y2="44355"/>
                        <a14:foregroundMark x1="46751" y1="45161" x2="46751" y2="45161"/>
                        <a14:foregroundMark x1="48494" y1="48387" x2="48494" y2="48387"/>
                        <a14:foregroundMark x1="52456" y1="46371" x2="52456" y2="46371"/>
                        <a14:foregroundMark x1="54517" y1="63306" x2="54517" y2="63306"/>
                        <a14:foregroundMark x1="56260" y1="59274" x2="58954" y2="40726"/>
                        <a14:foregroundMark x1="59905" y1="48790" x2="62282" y2="65726"/>
                        <a14:foregroundMark x1="68780" y1="31452" x2="69731" y2="66532"/>
                        <a14:foregroundMark x1="69731" y1="64516" x2="68938" y2="65726"/>
                        <a14:foregroundMark x1="74802" y1="44758" x2="74802" y2="44758"/>
                        <a14:foregroundMark x1="88431" y1="42742" x2="88431" y2="42742"/>
                      </a14:backgroundRemoval>
                    </a14:imgEffect>
                    <a14:imgEffect>
                      <a14:sharpenSoften amount="33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081000" y="1524000"/>
            <a:ext cx="2743200" cy="990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09799" y="8741971"/>
            <a:ext cx="1227137" cy="327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274" b="89516" l="0" r="98257">
                        <a14:foregroundMark x1="25674" y1="35484" x2="25674" y2="35484"/>
                        <a14:foregroundMark x1="25040" y1="61290" x2="25040" y2="61290"/>
                        <a14:foregroundMark x1="36609" y1="44355" x2="36609" y2="44355"/>
                        <a14:foregroundMark x1="46751" y1="45161" x2="46751" y2="45161"/>
                        <a14:foregroundMark x1="48494" y1="48387" x2="48494" y2="48387"/>
                        <a14:foregroundMark x1="52456" y1="46371" x2="52456" y2="46371"/>
                        <a14:foregroundMark x1="54517" y1="63306" x2="54517" y2="63306"/>
                        <a14:foregroundMark x1="56260" y1="59274" x2="58954" y2="40726"/>
                        <a14:foregroundMark x1="59905" y1="48790" x2="62282" y2="65726"/>
                        <a14:foregroundMark x1="68780" y1="31452" x2="69731" y2="66532"/>
                        <a14:foregroundMark x1="69731" y1="64516" x2="68938" y2="65726"/>
                        <a14:foregroundMark x1="74802" y1="44758" x2="74802" y2="44758"/>
                        <a14:foregroundMark x1="88431" y1="42742" x2="88431" y2="42742"/>
                      </a14:backgroundRemoval>
                    </a14:imgEffect>
                    <a14:imgEffect>
                      <a14:sharpenSoften amount="33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28600" y="381000"/>
            <a:ext cx="2743200" cy="99081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3 Grupo"/>
          <p:cNvGrpSpPr/>
          <p:nvPr/>
        </p:nvGrpSpPr>
        <p:grpSpPr>
          <a:xfrm>
            <a:off x="0" y="38100"/>
            <a:ext cx="16256000" cy="9067800"/>
            <a:chOff x="0" y="38100"/>
            <a:chExt cx="16256000" cy="9067800"/>
          </a:xfrm>
        </p:grpSpPr>
        <p:pic>
          <p:nvPicPr>
            <p:cNvPr id="2" name="Picture 2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0" y="38100"/>
              <a:ext cx="16256000" cy="9067800"/>
            </a:xfrm>
            <a:prstGeom prst="rect">
              <a:avLst/>
            </a:prstGeom>
          </p:spPr>
        </p:pic>
        <p:pic>
          <p:nvPicPr>
            <p:cNvPr id="3" name="Picture 2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909799" y="8741971"/>
              <a:ext cx="1227137" cy="327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</TotalTime>
  <Words>5</Words>
  <Application>Microsoft Office PowerPoint</Application>
  <PresentationFormat>Personalizado</PresentationFormat>
  <Paragraphs>1</Paragraphs>
  <Slides>9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0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Manuel Gomez</dc:creator>
  <cp:lastModifiedBy>Manuel Gomez</cp:lastModifiedBy>
  <cp:revision>7</cp:revision>
  <dcterms:created xsi:type="dcterms:W3CDTF">2006-08-16T00:00:00Z</dcterms:created>
  <dcterms:modified xsi:type="dcterms:W3CDTF">2026-07-31T16:01:37Z</dcterms:modified>
</cp:coreProperties>
</file>