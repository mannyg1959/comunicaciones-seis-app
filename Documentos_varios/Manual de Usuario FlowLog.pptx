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6858000" cy="9144000" type="letter"/>
  <p:notesSz cx="6858000" cy="9144000"/>
  <p:defaultTextStyle>
    <a:defPPr>
      <a:defRPr lang="es-V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2184" y="-20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VE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A14E7-8076-4434-A817-4E6A7DAD4E4E}" type="datetimeFigureOut">
              <a:rPr lang="es-VE" smtClean="0"/>
              <a:t>18/8/2026</a:t>
            </a:fld>
            <a:endParaRPr lang="es-VE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VE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6A080-8967-41F1-B123-41154D4EE62B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988816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FBF65-D1FD-41E6-8A35-C90E20DAA94E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405413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5732E-7546-4100-B422-A5D1B8CF3006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354871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B587-D960-47D9-AFB0-58D57D8A92E7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859085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756BB-1393-4A7A-9700-E04A6E4F9139}" type="datetime1">
              <a:rPr lang="es-VE" smtClean="0"/>
              <a:t>18/8/2026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06177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70407-8BB7-49BF-A2CC-6EBDFD336CE5}" type="datetime1">
              <a:rPr lang="es-VE" smtClean="0"/>
              <a:t>18/8/2026</a:t>
            </a:fld>
            <a:endParaRPr lang="es-VE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598526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733A7B-A18D-48B0-9B52-DAF641293467}" type="datetime1">
              <a:rPr lang="es-VE" smtClean="0"/>
              <a:t>18/8/2026</a:t>
            </a:fld>
            <a:endParaRPr lang="es-VE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4099722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47D2C-E37C-4FEC-8557-A9A2FCAD2FEB}" type="datetime1">
              <a:rPr lang="es-VE" smtClean="0"/>
              <a:t>18/8/2026</a:t>
            </a:fld>
            <a:endParaRPr lang="es-VE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828184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47223-A1C3-466F-9292-D7F2B805AF05}" type="datetime1">
              <a:rPr lang="es-VE" smtClean="0"/>
              <a:t>18/8/2026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22870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VE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996-4C59-42AD-BDDC-ED15F15B64B3}" type="datetime1">
              <a:rPr lang="es-VE" smtClean="0"/>
              <a:t>18/8/2026</a:t>
            </a:fld>
            <a:endParaRPr lang="es-VE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1001065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9BC6A-5662-4B4D-874E-DAA26A82C7F1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061432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CAAAAC-D266-4AA3-AE72-4A670C5C8776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43818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B9ED9A-F03A-497F-8ABB-6970DE300ADE}" type="datetime1">
              <a:rPr lang="es-VE" smtClean="0"/>
              <a:t>18/8/2026</a:t>
            </a:fld>
            <a:endParaRPr 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VE" smtClean="0"/>
              <a:t>Desarrollado por CloudNets 2026</a:t>
            </a:r>
            <a:endParaRPr 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02FEB3-C109-44A4-8F1C-6B58B266DBB5}" type="slidenum">
              <a:rPr lang="es-VE" smtClean="0"/>
              <a:t>‹Nº›</a:t>
            </a:fld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3815337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4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83" y="16523"/>
            <a:ext cx="6796801" cy="80118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dirty="0" smtClean="0"/>
              <a:t>Desarrollado por </a:t>
            </a:r>
            <a:r>
              <a:rPr lang="es-VE" dirty="0" err="1" smtClean="0"/>
              <a:t>CloudNets</a:t>
            </a:r>
            <a:r>
              <a:rPr lang="es-VE" dirty="0" smtClean="0"/>
              <a:t> 2026</a:t>
            </a:r>
            <a:endParaRPr lang="es-VE" dirty="0"/>
          </a:p>
        </p:txBody>
      </p:sp>
    </p:spTree>
    <p:extLst>
      <p:ext uri="{BB962C8B-B14F-4D97-AF65-F5344CB8AC3E}">
        <p14:creationId xmlns:p14="http://schemas.microsoft.com/office/powerpoint/2010/main" val="4121052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028" y="539552"/>
            <a:ext cx="6556292" cy="8361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</p:spTree>
    <p:extLst>
      <p:ext uri="{BB962C8B-B14F-4D97-AF65-F5344CB8AC3E}">
        <p14:creationId xmlns:p14="http://schemas.microsoft.com/office/powerpoint/2010/main" val="287163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640" y="391344"/>
            <a:ext cx="6453336" cy="82777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9987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064" y="395536"/>
            <a:ext cx="6871316" cy="8893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93576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56527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31" y="35496"/>
            <a:ext cx="6824006" cy="62646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8" y="6516216"/>
            <a:ext cx="6743090" cy="19773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93576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06795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5536"/>
            <a:ext cx="6858000" cy="7306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93576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37915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" y="395536"/>
            <a:ext cx="6852381" cy="7672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53574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25" y="323528"/>
            <a:ext cx="6774292" cy="75650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93576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254791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44" y="611560"/>
            <a:ext cx="6172949" cy="6117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5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12765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28" y="395536"/>
            <a:ext cx="6264239" cy="72466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2516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8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0" r="3486"/>
          <a:stretch/>
        </p:blipFill>
        <p:spPr bwMode="auto">
          <a:xfrm>
            <a:off x="106680" y="323528"/>
            <a:ext cx="6581606" cy="7252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VE" smtClean="0"/>
              <a:t>Desarrollado por CloudNets 2026</a:t>
            </a:r>
            <a:endParaRPr lang="es-VE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3890" b="3618"/>
          <a:stretch/>
        </p:blipFill>
        <p:spPr bwMode="auto">
          <a:xfrm>
            <a:off x="5301208" y="8448101"/>
            <a:ext cx="1095985" cy="2627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96986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44</Words>
  <Application>Microsoft Office PowerPoint</Application>
  <PresentationFormat>Carta (216 x 279 mm)</PresentationFormat>
  <Paragraphs>11</Paragraphs>
  <Slides>11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2" baseType="lpstr"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Manuel Gomez</dc:creator>
  <cp:lastModifiedBy>Manuel Gomez</cp:lastModifiedBy>
  <cp:revision>3</cp:revision>
  <dcterms:created xsi:type="dcterms:W3CDTF">2026-08-18T12:46:09Z</dcterms:created>
  <dcterms:modified xsi:type="dcterms:W3CDTF">2026-08-18T13:14:07Z</dcterms:modified>
</cp:coreProperties>
</file>