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6858000" cy="9144000" type="letter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2184" y="-20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3A14E7-8076-4434-A817-4E6A7DAD4E4E}" type="datetimeFigureOut">
              <a:rPr lang="es-VE" smtClean="0"/>
              <a:t>18/8/2026</a:t>
            </a:fld>
            <a:endParaRPr lang="es-VE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VE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A6A080-8967-41F1-B123-41154D4EE6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88816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FBF65-D1FD-41E6-8A35-C90E20DAA94E}" type="datetime1">
              <a:rPr lang="es-VE" smtClean="0"/>
              <a:t>18/8/2026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VE" smtClean="0"/>
              <a:t>Desarrollado por CloudNets 2026</a:t>
            </a:r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2FEB3-C109-44A4-8F1C-6B58B266DBB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405413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5732E-7546-4100-B422-A5D1B8CF3006}" type="datetime1">
              <a:rPr lang="es-VE" smtClean="0"/>
              <a:t>18/8/2026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VE" smtClean="0"/>
              <a:t>Desarrollado por CloudNets 2026</a:t>
            </a:r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2FEB3-C109-44A4-8F1C-6B58B266DBB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354871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DB587-D960-47D9-AFB0-58D57D8A92E7}" type="datetime1">
              <a:rPr lang="es-VE" smtClean="0"/>
              <a:t>18/8/2026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VE" smtClean="0"/>
              <a:t>Desarrollado por CloudNets 2026</a:t>
            </a:r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2FEB3-C109-44A4-8F1C-6B58B266DBB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859085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756BB-1393-4A7A-9700-E04A6E4F9139}" type="datetime1">
              <a:rPr lang="es-VE" smtClean="0"/>
              <a:t>18/8/2026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VE" smtClean="0"/>
              <a:t>Desarrollado por CloudNets 2026</a:t>
            </a:r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2FEB3-C109-44A4-8F1C-6B58B266DBB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061772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0407-8BB7-49BF-A2CC-6EBDFD336CE5}" type="datetime1">
              <a:rPr lang="es-VE" smtClean="0"/>
              <a:t>18/8/2026</a:t>
            </a:fld>
            <a:endParaRPr lang="es-VE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VE" smtClean="0"/>
              <a:t>Desarrollado por CloudNets 2026</a:t>
            </a:r>
            <a:endParaRPr lang="es-VE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2FEB3-C109-44A4-8F1C-6B58B266DBB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598526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33A7B-A18D-48B0-9B52-DAF641293467}" type="datetime1">
              <a:rPr lang="es-VE" smtClean="0"/>
              <a:t>18/8/2026</a:t>
            </a:fld>
            <a:endParaRPr lang="es-V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VE" smtClean="0"/>
              <a:t>Desarrollado por CloudNets 2026</a:t>
            </a:r>
            <a:endParaRPr lang="es-V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2FEB3-C109-44A4-8F1C-6B58B266DBB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99722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47D2C-E37C-4FEC-8557-A9A2FCAD2FEB}" type="datetime1">
              <a:rPr lang="es-VE" smtClean="0"/>
              <a:t>18/8/2026</a:t>
            </a:fld>
            <a:endParaRPr lang="es-V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VE" smtClean="0"/>
              <a:t>Desarrollado por CloudNets 2026</a:t>
            </a:r>
            <a:endParaRPr lang="es-VE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2FEB3-C109-44A4-8F1C-6B58B266DBB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828184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47223-A1C3-466F-9292-D7F2B805AF05}" type="datetime1">
              <a:rPr lang="es-VE" smtClean="0"/>
              <a:t>18/8/2026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VE" smtClean="0"/>
              <a:t>Desarrollado por CloudNets 2026</a:t>
            </a:r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2FEB3-C109-44A4-8F1C-6B58B266DBB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22870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996-4C59-42AD-BDDC-ED15F15B64B3}" type="datetime1">
              <a:rPr lang="es-VE" smtClean="0"/>
              <a:t>18/8/2026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VE" smtClean="0"/>
              <a:t>Desarrollado por CloudNets 2026</a:t>
            </a:r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2FEB3-C109-44A4-8F1C-6B58B266DBB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001065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9BC6A-5662-4B4D-874E-DAA26A82C7F1}" type="datetime1">
              <a:rPr lang="es-VE" smtClean="0"/>
              <a:t>18/8/2026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VE" smtClean="0"/>
              <a:t>Desarrollado por CloudNets 2026</a:t>
            </a:r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2FEB3-C109-44A4-8F1C-6B58B266DBB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061432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AAAC-D266-4AA3-AE72-4A670C5C8776}" type="datetime1">
              <a:rPr lang="es-VE" smtClean="0"/>
              <a:t>18/8/2026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VE" smtClean="0"/>
              <a:t>Desarrollado por CloudNets 2026</a:t>
            </a:r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2FEB3-C109-44A4-8F1C-6B58B266DBB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38181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9ED9A-F03A-497F-8ABB-6970DE300ADE}" type="datetime1">
              <a:rPr lang="es-VE" smtClean="0"/>
              <a:t>18/8/2026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VE" smtClean="0"/>
              <a:t>Desarrollado por CloudNets 2026</a:t>
            </a:r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02FEB3-C109-44A4-8F1C-6B58B266DBB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815337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4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83" y="16523"/>
            <a:ext cx="6796801" cy="8011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VE" dirty="0" smtClean="0"/>
              <a:t>Desarrollado por </a:t>
            </a:r>
            <a:r>
              <a:rPr lang="es-VE" dirty="0" err="1" smtClean="0"/>
              <a:t>CloudNets</a:t>
            </a:r>
            <a:r>
              <a:rPr lang="es-VE" dirty="0" smtClean="0"/>
              <a:t> 2026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4121052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028" y="539552"/>
            <a:ext cx="6556292" cy="8361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890" b="3618"/>
          <a:stretch/>
        </p:blipFill>
        <p:spPr bwMode="auto">
          <a:xfrm>
            <a:off x="5301208" y="8448101"/>
            <a:ext cx="1095985" cy="262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VE" smtClean="0"/>
              <a:t>Desarrollado por CloudNets 2026</a:t>
            </a:r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871634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40" y="391344"/>
            <a:ext cx="6453336" cy="8277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VE" smtClean="0"/>
              <a:t>Desarrollado por CloudNets 2026</a:t>
            </a:r>
            <a:endParaRPr lang="es-VE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890" b="3618"/>
          <a:stretch/>
        </p:blipFill>
        <p:spPr bwMode="auto">
          <a:xfrm>
            <a:off x="5301208" y="8448101"/>
            <a:ext cx="1095985" cy="262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9987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064" y="395536"/>
            <a:ext cx="6871316" cy="8893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VE" smtClean="0"/>
              <a:t>Desarrollado por CloudNets 2026</a:t>
            </a:r>
            <a:endParaRPr lang="es-VE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890" b="3618"/>
          <a:stretch/>
        </p:blipFill>
        <p:spPr bwMode="auto">
          <a:xfrm>
            <a:off x="5301208" y="8493576"/>
            <a:ext cx="1095985" cy="262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6527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1" y="35496"/>
            <a:ext cx="6824006" cy="6264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8" y="6516216"/>
            <a:ext cx="6743090" cy="1977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VE" smtClean="0"/>
              <a:t>Desarrollado por CloudNets 2026</a:t>
            </a:r>
            <a:endParaRPr lang="es-VE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890" b="3618"/>
          <a:stretch/>
        </p:blipFill>
        <p:spPr bwMode="auto">
          <a:xfrm>
            <a:off x="5301208" y="8493576"/>
            <a:ext cx="1095985" cy="262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6795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5536"/>
            <a:ext cx="6858000" cy="7306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VE" smtClean="0"/>
              <a:t>Desarrollado por CloudNets 2026</a:t>
            </a:r>
            <a:endParaRPr lang="es-VE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890" b="3618"/>
          <a:stretch/>
        </p:blipFill>
        <p:spPr bwMode="auto">
          <a:xfrm>
            <a:off x="5301208" y="8493576"/>
            <a:ext cx="1095985" cy="262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7915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" y="395536"/>
            <a:ext cx="6852381" cy="7672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VE" smtClean="0"/>
              <a:t>Desarrollado por CloudNets 2026</a:t>
            </a:r>
            <a:endParaRPr lang="es-VE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890" b="3618"/>
          <a:stretch/>
        </p:blipFill>
        <p:spPr bwMode="auto">
          <a:xfrm>
            <a:off x="5301208" y="8448101"/>
            <a:ext cx="1095985" cy="262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3574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8" y="323528"/>
            <a:ext cx="6774292" cy="7565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VE" smtClean="0"/>
              <a:t>Desarrollado por CloudNets 2026</a:t>
            </a:r>
            <a:endParaRPr lang="es-VE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890" b="3618"/>
          <a:stretch/>
        </p:blipFill>
        <p:spPr bwMode="auto">
          <a:xfrm>
            <a:off x="5301208" y="8493576"/>
            <a:ext cx="1095985" cy="262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5479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744" y="611560"/>
            <a:ext cx="6172949" cy="6117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VE" smtClean="0"/>
              <a:t>Desarrollado por CloudNets 2026</a:t>
            </a:r>
            <a:endParaRPr lang="es-VE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890" b="3618"/>
          <a:stretch/>
        </p:blipFill>
        <p:spPr bwMode="auto">
          <a:xfrm>
            <a:off x="5301208" y="8448101"/>
            <a:ext cx="1095985" cy="262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2765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28" y="395536"/>
            <a:ext cx="6264239" cy="7246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VE" smtClean="0"/>
              <a:t>Desarrollado por CloudNets 2026</a:t>
            </a:r>
            <a:endParaRPr lang="es-VE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890" b="3618"/>
          <a:stretch/>
        </p:blipFill>
        <p:spPr bwMode="auto">
          <a:xfrm>
            <a:off x="5301208" y="8448101"/>
            <a:ext cx="1095985" cy="262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2516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0" r="3486"/>
          <a:stretch/>
        </p:blipFill>
        <p:spPr bwMode="auto">
          <a:xfrm>
            <a:off x="106680" y="323528"/>
            <a:ext cx="6581606" cy="7252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VE" smtClean="0"/>
              <a:t>Desarrollado por CloudNets 2026</a:t>
            </a:r>
            <a:endParaRPr lang="es-VE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890" b="3618"/>
          <a:stretch/>
        </p:blipFill>
        <p:spPr bwMode="auto">
          <a:xfrm>
            <a:off x="5301208" y="8448101"/>
            <a:ext cx="1095985" cy="262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96986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3627</TotalTime>
  <Words>44</Words>
  <Application>Microsoft Office PowerPoint</Application>
  <PresentationFormat>Carta (216 x 279 mm)</PresentationFormat>
  <Paragraphs>11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Gomez</dc:creator>
  <cp:lastModifiedBy>Manuel Gomez</cp:lastModifiedBy>
  <cp:revision>5</cp:revision>
  <dcterms:created xsi:type="dcterms:W3CDTF">2026-08-18T12:46:09Z</dcterms:created>
  <dcterms:modified xsi:type="dcterms:W3CDTF">2026-08-21T01:14:03Z</dcterms:modified>
</cp:coreProperties>
</file>